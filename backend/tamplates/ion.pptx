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уджева катья" initials="пк" lastIdx="5" clrIdx="0">
    <p:extLst>
      <p:ext uri="{19B8F6BF-5375-455C-9EA6-DF929625EA0E}">
        <p15:presenceInfo xmlns:p15="http://schemas.microsoft.com/office/powerpoint/2012/main" userId="5fc7547d4c7952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6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30T13:41:57.021" idx="2">
    <p:pos x="146" y="146"/>
    <p:text>LAYOUT_TITLE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30T13:42:25.411" idx="4">
    <p:pos x="10" y="10"/>
    <p:text>LAYOUT_CONTENT</p:text>
    <p:extLst>
      <p:ext uri="{C676402C-5697-4E1C-873F-D02D1690AC5C}">
        <p15:threadingInfo xmlns:p15="http://schemas.microsoft.com/office/powerpoint/2012/main" timeZoneBias="-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30T13:45:33.053" idx="5">
    <p:pos x="10" y="10"/>
    <p:text>LAYOUT_FINAL</p:text>
    <p:extLst>
      <p:ext uri="{C676402C-5697-4E1C-873F-D02D1690AC5C}">
        <p15:threadingInfo xmlns:p15="http://schemas.microsoft.com/office/powerpoint/2012/main" timeZoneBias="-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49718-CBDC-4793-9E8E-582453D3A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10561B-77C1-4988-8AFD-514E94B7A2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79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74EC7-A0D0-40A7-8144-BD27D4FE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2028D7-F219-4985-BF13-21B3B661D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66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78358-4D84-4A06-96B4-A8F7392A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3075518"/>
            <a:ext cx="8761413" cy="706964"/>
          </a:xfrm>
        </p:spPr>
        <p:txBody>
          <a:bodyPr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608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{9E221E92-DD2A-4644-9D55-8734F25D8805}TF229edf6a-8a49-49ee-a0a6-503705294748d498127c-ea44353b4d54</Template>
  <TotalTime>23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Совет директоров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пуджева катья</dc:creator>
  <cp:lastModifiedBy>пуджева катья</cp:lastModifiedBy>
  <cp:revision>1</cp:revision>
  <dcterms:created xsi:type="dcterms:W3CDTF">2026-05-30T08:24:48Z</dcterms:created>
  <dcterms:modified xsi:type="dcterms:W3CDTF">2026-05-30T08:48:08Z</dcterms:modified>
</cp:coreProperties>
</file>